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B9E35"/>
            </a:solidFill>
          </c:spPr>
          <c:cat>
            <c:strRef>
              <c:f>Sheet1!$A$2:$A$6</c:f>
              <c:strCache>
                <c:ptCount val="5"/>
                <c:pt idx="0">
                  <c:v>Personalised practice</c:v>
                </c:pt>
                <c:pt idx="1">
                  <c:v>Teacher preparation</c:v>
                </c:pt>
                <c:pt idx="2">
                  <c:v>Accessibility</c:v>
                </c:pt>
                <c:pt idx="3">
                  <c:v>Early support</c:v>
                </c:pt>
                <c:pt idx="4">
                  <c:v>Assessment feedback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62</c:v>
                </c:pt>
                <c:pt idx="3">
                  <c:v>55</c:v>
                </c:pt>
                <c:pt idx="4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2588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05D23"/>
                </a:solidFill>
                <a:latin typeface="Arial"/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05D23"/>
                </a:solidFill>
                <a:latin typeface="Arial"/>
              </a:defRPr>
            </a:pPr>
            <a:r>
              <a:t>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697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73737"/>
                </a:solidFill>
                <a:latin typeface="Arial"/>
              </a:defRPr>
            </a:pPr>
            <a:r>
              <a:t>How AI can support students and teachers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069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Prepared by Uday Kiran n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Artificial Intelligence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What does AI mean for education?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AI can make learning more personal, accessible, and efficient.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Practice at the right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Quick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Language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Lesson ideas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Routine task assistance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Earlier student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3317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6642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9E35"/>
                </a:solidFill>
                <a:latin typeface="Arial"/>
              </a:defRPr>
            </a:pPr>
            <a:r>
              <a:t>For schools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1488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Better use of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877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Consistent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26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Future-ready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Artificial Intelligence in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Where can AI add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Illustrative priorities for a school or college.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72237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599432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73737"/>
                </a:solidFill>
                <a:latin typeface="Arial"/>
              </a:defRPr>
            </a:pPr>
            <a:r>
              <a:t>Scores are illustrative for discussion, not measured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Artificial Intelligence in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Risks and good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Teachers and institutions should remain responsible for important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66160" cy="306324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55A11"/>
                </a:solidFill>
                <a:latin typeface="Arial"/>
              </a:defRPr>
            </a:pPr>
            <a:r>
              <a:t>Watch out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Wrong or made-up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Bias and unequal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2666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Student privacy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557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Over-reliance on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325880"/>
            <a:ext cx="3566160" cy="306324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276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48235"/>
                </a:solidFill>
                <a:latin typeface="Arial"/>
              </a:defRPr>
            </a:pPr>
            <a:r>
              <a:t>Good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Teacher checks important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87752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Use approved tools and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2666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Explain when AI is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46557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• Teach students to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Artificial Intelligence in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47472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5D23"/>
                </a:solidFill>
                <a:latin typeface="Arial"/>
              </a:defRPr>
            </a:pPr>
            <a:r>
              <a:t>A sensible way to 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73737"/>
                </a:solidFill>
                <a:latin typeface="Arial"/>
              </a:defRPr>
            </a:pPr>
            <a:r>
              <a:t>Start with one real problem instead of adopting AI everywhere.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Pick one subject, class, or teacher task.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Run a short pilot with teacher oversight.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Look at learning, workload, and feedback.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1554480"/>
            <a:ext cx="457200" cy="457200"/>
          </a:xfrm>
          <a:prstGeom prst="ellipse">
            <a:avLst/>
          </a:prstGeom>
          <a:solidFill>
            <a:srgbClr val="6B9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66420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05D23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517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73737"/>
                </a:solidFill>
                <a:latin typeface="Arial"/>
              </a:defRPr>
            </a:pPr>
            <a:r>
              <a:t>Keep, improve, or stop based on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7498079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05D23"/>
                </a:solidFill>
                <a:latin typeface="Arial"/>
              </a:defRPr>
            </a:pPr>
            <a:r>
              <a:t>AI should give teachers more time for the human parts of teaching.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Artificial Intelligence in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8280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373737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